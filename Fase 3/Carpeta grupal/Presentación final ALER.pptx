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gB7KqRz5QPT999sCnn66p5Sin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F3A781-E76C-4DCB-9388-DC3F4E9A3E08}">
  <a:tblStyle styleId="{3FF3A781-E76C-4DCB-9388-DC3F4E9A3E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Diego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Diego</a:t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Massrie</a:t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Diego</a:t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Diego</a:t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5b13c92e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Diego</a:t>
            </a:r>
            <a:endParaRPr/>
          </a:p>
        </p:txBody>
      </p:sp>
      <p:sp>
        <p:nvSpPr>
          <p:cNvPr id="155" name="Google Shape;155;g3a5b13c92ef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5b13c92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Diego</a:t>
            </a:r>
            <a:endParaRPr/>
          </a:p>
        </p:txBody>
      </p:sp>
      <p:sp>
        <p:nvSpPr>
          <p:cNvPr id="164" name="Google Shape;164;g3a5b13c92e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Massrie</a:t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Joaquin</a:t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Diego</a:t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TODOS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diego</a:t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Massrie</a:t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5b13c92e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joaquin</a:t>
            </a:r>
            <a:endParaRPr/>
          </a:p>
        </p:txBody>
      </p:sp>
      <p:sp>
        <p:nvSpPr>
          <p:cNvPr id="224" name="Google Shape;224;g3a5b13c92e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10" Type="http://schemas.openxmlformats.org/officeDocument/2006/relationships/image" Target="../media/image12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E29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ALER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4121026" y="1710819"/>
            <a:ext cx="7633553" cy="4350605"/>
            <a:chOff x="0" y="0"/>
            <a:chExt cx="7633553" cy="4350605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Joaquin Mendez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grupo / programador full 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Alvarado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full 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Jorge Massri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Equipo scrum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 full stack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2" name="Google Shape;10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075" y="1796200"/>
            <a:ext cx="1382625" cy="1200324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9870" y="3285962"/>
            <a:ext cx="1207030" cy="1200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275" y="4853125"/>
            <a:ext cx="1534225" cy="1069000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Hoy en día, los alérgenos representan un problema cada vez más frecuente: al menos una de cada tres personas sufre algún tipo de alergia. La dificultad surge cuando no somos capaces de identificar los ingredientes más técnicos o específicos presentes en un producto, lo que puede provocar reacciones adversas y riesgos innecesarios para quienes son sensibles a ciertas sustancias.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equipo creamos ALER un detector de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alérgenos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una interfaz simple 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intuitiva, simplemente tiene que registrarse y anotar tus alérgenos, para poder tomar una foto a la etiqueta de ingredientes del producto que desees consumir y ALER se encargará de analizar si el producto es peligroso para el usuario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 sistema capaz de detectar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relacionar con los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alérgenos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usuario. Y siendo capaz de detectar y relacionar incluso los ingredientes más técnicos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4" y="4793782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puede detectar al escanear la imagen de la etiqueta del producto si es consumible o no por el usuario.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192900" y="31058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4" name="Google Shape;134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0" y="10336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3" name="Google Shape;14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163" y="1975272"/>
            <a:ext cx="7118051" cy="474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2" name="Google Shape;152;p7"/>
          <p:cNvGraphicFramePr/>
          <p:nvPr/>
        </p:nvGraphicFramePr>
        <p:xfrm>
          <a:off x="1045825" y="211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{3FF3A781-E76C-4DCB-9388-DC3F4E9A3E08}</a:tableStyleId>
              </a:tblPr>
              <a:tblGrid>
                <a:gridCol w="2362200"/>
                <a:gridCol w="4448175"/>
                <a:gridCol w="1657350"/>
                <a:gridCol w="952500"/>
                <a:gridCol w="952500"/>
              </a:tblGrid>
              <a:tr h="48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Análisis</a:t>
                      </a:r>
                      <a:r>
                        <a:rPr b="1" lang="es-CL" sz="1000"/>
                        <a:t> de herramientas y documentación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 </a:t>
                      </a:r>
                      <a:r>
                        <a:rPr b="1" lang="es-CL" sz="1000"/>
                        <a:t>analizarán</a:t>
                      </a:r>
                      <a:r>
                        <a:rPr b="1" lang="es-CL" sz="1000"/>
                        <a:t> las herramientas </a:t>
                      </a:r>
                      <a:r>
                        <a:rPr b="1" lang="es-CL" sz="1000"/>
                        <a:t>óptimas</a:t>
                      </a:r>
                      <a:r>
                        <a:rPr b="1" lang="es-CL" sz="1000"/>
                        <a:t> para el desarrollo del proyecto y dejaremos documentado en el informe para tener un registro del proyecto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1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18/08/2025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22/08/2025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0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Definición</a:t>
                      </a:r>
                      <a:r>
                        <a:rPr i="1" lang="es-CL" sz="1000"/>
                        <a:t> de herramientas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el grupo de trabajo discute sobre las herramientas para el </a:t>
                      </a:r>
                      <a:r>
                        <a:rPr lang="es-CL" sz="1000"/>
                        <a:t>óptimo</a:t>
                      </a:r>
                      <a:r>
                        <a:rPr lang="es-CL" sz="1000"/>
                        <a:t> desarrollo del proyecto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19/08/2025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19/08/2025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Documentación</a:t>
                      </a:r>
                      <a:r>
                        <a:rPr i="1" lang="es-CL" sz="1000"/>
                        <a:t> de actividades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deja un registro de las actividades realizadas para el desarrollo del proyecto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20/08/2025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21/08/2025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2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Revisión</a:t>
                      </a:r>
                      <a:r>
                        <a:rPr i="1" lang="es-CL" sz="1000"/>
                        <a:t> de las herramientas y del informe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deja una </a:t>
                      </a:r>
                      <a:r>
                        <a:rPr lang="es-CL" sz="1000"/>
                        <a:t>revisión</a:t>
                      </a:r>
                      <a:r>
                        <a:rPr lang="es-CL" sz="1000"/>
                        <a:t> final de las herramientas a ocupar y la </a:t>
                      </a:r>
                      <a:r>
                        <a:rPr lang="es-CL" sz="1000"/>
                        <a:t>documentación</a:t>
                      </a:r>
                      <a:r>
                        <a:rPr lang="es-CL" sz="1000"/>
                        <a:t> verificando que todo </a:t>
                      </a:r>
                      <a:r>
                        <a:rPr lang="es-CL" sz="1000"/>
                        <a:t>esté</a:t>
                      </a:r>
                      <a:r>
                        <a:rPr lang="es-CL" sz="1000"/>
                        <a:t> correcto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22/08/2025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22/08/2025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3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Preparación</a:t>
                      </a:r>
                      <a:r>
                        <a:rPr b="1" lang="es-CL" sz="1000"/>
                        <a:t> de la base de datos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 realiza la </a:t>
                      </a:r>
                      <a:r>
                        <a:rPr b="1" lang="es-CL" sz="1000"/>
                        <a:t>preparación</a:t>
                      </a:r>
                      <a:r>
                        <a:rPr b="1" lang="es-CL" sz="1000"/>
                        <a:t> de la base de datos con el fin de dejar todo correctamente estructurado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2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25/08/2025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29/08/2025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4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Discusión</a:t>
                      </a:r>
                      <a:r>
                        <a:rPr i="1" lang="es-CL" sz="1000"/>
                        <a:t> de la </a:t>
                      </a:r>
                      <a:r>
                        <a:rPr i="1" lang="es-CL" sz="1000"/>
                        <a:t>estructuración</a:t>
                      </a:r>
                      <a:r>
                        <a:rPr i="1" lang="es-CL" sz="1000"/>
                        <a:t> de la base de datos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el grupo de desarrollo </a:t>
                      </a:r>
                      <a:r>
                        <a:rPr lang="es-CL" sz="1000"/>
                        <a:t>discutirá</a:t>
                      </a:r>
                      <a:r>
                        <a:rPr lang="es-CL" sz="1000"/>
                        <a:t> las estructura de la base de datos y que tablas y datos se ocuparan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26/08/2025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5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creación</a:t>
                      </a:r>
                      <a:r>
                        <a:rPr i="1" lang="es-CL" sz="1000"/>
                        <a:t> de la base de datos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</a:t>
                      </a:r>
                      <a:r>
                        <a:rPr lang="es-CL" sz="1000"/>
                        <a:t>creará</a:t>
                      </a:r>
                      <a:r>
                        <a:rPr lang="es-CL" sz="1000"/>
                        <a:t> la base de datos y se </a:t>
                      </a:r>
                      <a:r>
                        <a:rPr lang="es-CL" sz="1000"/>
                        <a:t>hará</a:t>
                      </a:r>
                      <a:r>
                        <a:rPr lang="es-CL" sz="1000"/>
                        <a:t> la </a:t>
                      </a:r>
                      <a:r>
                        <a:rPr lang="es-CL" sz="1000"/>
                        <a:t>inserción</a:t>
                      </a:r>
                      <a:r>
                        <a:rPr lang="es-CL" sz="1000"/>
                        <a:t> de los datos necesario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27/08/2025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29/08/2025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6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Revisión</a:t>
                      </a:r>
                      <a:r>
                        <a:rPr i="1" lang="es-CL" sz="1000"/>
                        <a:t> de la base de datos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revisa la base de datos y se confirma que </a:t>
                      </a:r>
                      <a:r>
                        <a:rPr lang="es-CL" sz="1000"/>
                        <a:t>está</a:t>
                      </a:r>
                      <a:r>
                        <a:rPr lang="es-CL" sz="1000"/>
                        <a:t> todo estructurado correctamente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29/08/2025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29/08/2025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7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Preparación</a:t>
                      </a:r>
                      <a:r>
                        <a:rPr b="1" lang="es-CL" sz="1000"/>
                        <a:t> del Sistema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 </a:t>
                      </a:r>
                      <a:r>
                        <a:rPr b="1" lang="es-CL" sz="1000"/>
                        <a:t>discutirá</a:t>
                      </a:r>
                      <a:r>
                        <a:rPr b="1" lang="es-CL" sz="1000"/>
                        <a:t> y se </a:t>
                      </a:r>
                      <a:r>
                        <a:rPr b="1" lang="es-CL" sz="1000"/>
                        <a:t>diseñará</a:t>
                      </a:r>
                      <a:r>
                        <a:rPr b="1" lang="es-CL" sz="1000"/>
                        <a:t> los diseños del sistema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1/09/2025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5/09/2025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8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discusión</a:t>
                      </a:r>
                      <a:r>
                        <a:rPr i="1" lang="es-CL" sz="1000"/>
                        <a:t> de diseño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El equipo de desarrollo discute sobre el diseño de la </a:t>
                      </a:r>
                      <a:r>
                        <a:rPr lang="es-CL" sz="1000"/>
                        <a:t>aplicación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01/09/2025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02/09/2025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9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Creación</a:t>
                      </a:r>
                      <a:r>
                        <a:rPr i="1" lang="es-CL" sz="1000"/>
                        <a:t> de los Mockups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El equipo de desarrollo </a:t>
                      </a:r>
                      <a:r>
                        <a:rPr lang="es-CL" sz="1000"/>
                        <a:t>crear</a:t>
                      </a:r>
                      <a:r>
                        <a:rPr lang="es-CL" sz="1000"/>
                        <a:t> Mockups en los cuales se </a:t>
                      </a:r>
                      <a:r>
                        <a:rPr lang="es-CL" sz="1000"/>
                        <a:t>observará</a:t>
                      </a:r>
                      <a:r>
                        <a:rPr lang="es-CL" sz="1000"/>
                        <a:t> el funcionamiento del sistema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02/09/2025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03/09/2025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Revisión</a:t>
                      </a:r>
                      <a:r>
                        <a:rPr i="1" lang="es-CL" sz="1000"/>
                        <a:t> de los diseños y mejora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hace una </a:t>
                      </a:r>
                      <a:r>
                        <a:rPr lang="es-CL" sz="1000"/>
                        <a:t>revisión</a:t>
                      </a:r>
                      <a:r>
                        <a:rPr lang="es-CL" sz="1000"/>
                        <a:t> de los diseños y se aplican mejoras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04/09/2025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05/09/2025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52:11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g3a5b13c92ef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a5b13c92ef_0_3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a5b13c92ef_0_3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a5b13c92ef_0_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61" name="Google Shape;161;g3a5b13c92ef_0_3"/>
          <p:cNvGraphicFramePr/>
          <p:nvPr/>
        </p:nvGraphicFramePr>
        <p:xfrm>
          <a:off x="909638" y="2265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{3FF3A781-E76C-4DCB-9388-DC3F4E9A3E08}</a:tableStyleId>
              </a:tblPr>
              <a:tblGrid>
                <a:gridCol w="2362200"/>
                <a:gridCol w="4448175"/>
                <a:gridCol w="1657350"/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Programación</a:t>
                      </a:r>
                      <a:r>
                        <a:rPr b="1" lang="es-CL" sz="1000"/>
                        <a:t> Frontend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El equipo de desarrollo empezara a crear el FrontEnd de la </a:t>
                      </a:r>
                      <a:r>
                        <a:rPr b="1" lang="es-CL" sz="1000"/>
                        <a:t>aplicación</a:t>
                      </a:r>
                      <a:r>
                        <a:rPr b="1" lang="es-CL" sz="1000"/>
                        <a:t> y se asegurar de que todo concuerde con los diseños preestablecidos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4 - Semana 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08/09/2025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26/09/2025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0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Creación</a:t>
                      </a:r>
                      <a:r>
                        <a:rPr i="1" lang="es-CL" sz="1000"/>
                        <a:t> del Login y perfil de usuario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</a:t>
                      </a:r>
                      <a:r>
                        <a:rPr lang="es-CL" sz="1000"/>
                        <a:t>creará</a:t>
                      </a:r>
                      <a:r>
                        <a:rPr lang="es-CL" sz="1000"/>
                        <a:t> la base de la </a:t>
                      </a:r>
                      <a:r>
                        <a:rPr lang="es-CL" sz="1000"/>
                        <a:t>aplicación</a:t>
                      </a:r>
                      <a:r>
                        <a:rPr lang="es-CL" sz="1000"/>
                        <a:t> la cual </a:t>
                      </a:r>
                      <a:r>
                        <a:rPr lang="es-CL" sz="1000"/>
                        <a:t>sería</a:t>
                      </a:r>
                      <a:r>
                        <a:rPr lang="es-CL" sz="1000"/>
                        <a:t> la </a:t>
                      </a:r>
                      <a:r>
                        <a:rPr lang="es-CL" sz="1000"/>
                        <a:t>creación</a:t>
                      </a:r>
                      <a:r>
                        <a:rPr lang="es-CL" sz="1000"/>
                        <a:t> del Login donde el usuario </a:t>
                      </a:r>
                      <a:r>
                        <a:rPr lang="es-CL" sz="1000"/>
                        <a:t>podrá</a:t>
                      </a:r>
                      <a:r>
                        <a:rPr lang="es-CL" sz="1000"/>
                        <a:t> registrarse y crear un perfil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4 - Semana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08/09/2025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Creación</a:t>
                      </a:r>
                      <a:r>
                        <a:rPr i="1" lang="es-CL" sz="1000"/>
                        <a:t> de la Pagina de </a:t>
                      </a:r>
                      <a:r>
                        <a:rPr i="1" lang="es-CL" sz="1000"/>
                        <a:t>detección</a:t>
                      </a:r>
                      <a:r>
                        <a:rPr i="1" lang="es-CL" sz="1000"/>
                        <a:t> de ingredientes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</a:t>
                      </a:r>
                      <a:r>
                        <a:rPr lang="es-CL" sz="1000"/>
                        <a:t>creará</a:t>
                      </a:r>
                      <a:r>
                        <a:rPr lang="es-CL" sz="1000"/>
                        <a:t> el diseño de la parte del </a:t>
                      </a:r>
                      <a:r>
                        <a:rPr lang="es-CL" sz="1000"/>
                        <a:t>análisis</a:t>
                      </a:r>
                      <a:r>
                        <a:rPr lang="es-CL" sz="1000"/>
                        <a:t> de ingredientes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4 - Semana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19/09/2025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2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Creacion de menu desplegable para navegar entre los diferentes </a:t>
                      </a:r>
                      <a:r>
                        <a:rPr i="1" lang="es-CL" sz="1000"/>
                        <a:t>módulos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</a:t>
                      </a:r>
                      <a:r>
                        <a:rPr lang="es-CL" sz="1000"/>
                        <a:t>creará</a:t>
                      </a:r>
                      <a:r>
                        <a:rPr lang="es-CL" sz="1000"/>
                        <a:t> el </a:t>
                      </a:r>
                      <a:r>
                        <a:rPr lang="es-CL" sz="1000"/>
                        <a:t>menú</a:t>
                      </a:r>
                      <a:r>
                        <a:rPr lang="es-CL" sz="1000"/>
                        <a:t> desplegable y se </a:t>
                      </a:r>
                      <a:r>
                        <a:rPr lang="es-CL" sz="1000"/>
                        <a:t>conectarán</a:t>
                      </a:r>
                      <a:r>
                        <a:rPr lang="es-CL" sz="1000"/>
                        <a:t> los diferentes </a:t>
                      </a:r>
                      <a:r>
                        <a:rPr lang="es-CL" sz="1000"/>
                        <a:t>módulos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4 - Semana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22/09/2025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24/09/2025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3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Prueba de la </a:t>
                      </a:r>
                      <a:r>
                        <a:rPr i="1" lang="es-CL" sz="1000"/>
                        <a:t>aplicación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El equipo de desarrollo </a:t>
                      </a:r>
                      <a:r>
                        <a:rPr lang="es-CL" sz="1000"/>
                        <a:t>aplicará</a:t>
                      </a:r>
                      <a:r>
                        <a:rPr lang="es-CL" sz="1000"/>
                        <a:t> pruebas a la aplicación para asegurar el correcto funcionamiento del sistema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4 - Semana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4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Aplicación de mejoras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</a:t>
                      </a:r>
                      <a:r>
                        <a:rPr lang="es-CL" sz="1000"/>
                        <a:t>aplicarán</a:t>
                      </a:r>
                      <a:r>
                        <a:rPr lang="es-CL" sz="1000"/>
                        <a:t> las mejoras correspondientes a la aplicación </a:t>
                      </a:r>
                      <a:r>
                        <a:rPr lang="es-CL" sz="1000"/>
                        <a:t>móvil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4 - Semana 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26/09/2025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26/09/2025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5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Programación</a:t>
                      </a:r>
                      <a:r>
                        <a:rPr b="1" lang="es-CL" sz="1000"/>
                        <a:t> backend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Implementación</a:t>
                      </a:r>
                      <a:r>
                        <a:rPr b="1" lang="es-CL" sz="1000"/>
                        <a:t> de la base de datos a la aplicación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7 - Semana 9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29/09/2025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17/10/2025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6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Conexión</a:t>
                      </a:r>
                      <a:r>
                        <a:rPr i="1" lang="es-CL" sz="1000"/>
                        <a:t> con la base datos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conecta la base de datos al sistema de login realizado en el frontend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7 - Semana 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29/09/2025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7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inicio de registros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hacen los registros necesarios de los usuario y de los productos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8 - Semana 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06/10/2025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8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Revisión de la base de datos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analiza la </a:t>
                      </a:r>
                      <a:r>
                        <a:rPr lang="es-CL" sz="1000"/>
                        <a:t>conexión</a:t>
                      </a:r>
                      <a:r>
                        <a:rPr lang="es-CL" sz="1000"/>
                        <a:t> de la base de datos en toda las herramientas utilizadas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9 - Semana 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13/10/2025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14/10/2025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9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/>
                        <a:t>Cambios ante fallos</a:t>
                      </a:r>
                      <a:endParaRPr i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ante la </a:t>
                      </a:r>
                      <a:r>
                        <a:rPr lang="es-CL" sz="1000"/>
                        <a:t>revisión</a:t>
                      </a:r>
                      <a:r>
                        <a:rPr lang="es-CL" sz="1000"/>
                        <a:t> si se encuentra </a:t>
                      </a:r>
                      <a:r>
                        <a:rPr lang="es-CL" sz="1000"/>
                        <a:t>algún</a:t>
                      </a:r>
                      <a:r>
                        <a:rPr lang="es-CL" sz="1000"/>
                        <a:t> fallo empezaremos hacer los cambios correspondientes para el correcto funcionamiento del BackEnd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9 - Semana 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17/10/2025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61:10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g3a5b13c92ef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a5b13c92ef_0_10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5b13c92ef_0_10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g3a5b13c92ef_0_1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70" name="Google Shape;170;g3a5b13c92ef_0_10"/>
          <p:cNvGraphicFramePr/>
          <p:nvPr/>
        </p:nvGraphicFramePr>
        <p:xfrm>
          <a:off x="909638" y="230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{3FF3A781-E76C-4DCB-9388-DC3F4E9A3E08}</a:tableStyleId>
              </a:tblPr>
              <a:tblGrid>
                <a:gridCol w="2362200"/>
                <a:gridCol w="4448175"/>
                <a:gridCol w="1657350"/>
                <a:gridCol w="952500"/>
                <a:gridCol w="952500"/>
              </a:tblGrid>
              <a:tr h="31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Implementación</a:t>
                      </a:r>
                      <a:r>
                        <a:rPr b="1" lang="es-CL" sz="1000"/>
                        <a:t> del OCR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Implementación</a:t>
                      </a:r>
                      <a:r>
                        <a:rPr b="1" lang="es-CL" sz="1000"/>
                        <a:t> del OCR una red neuronal </a:t>
                      </a:r>
                      <a:r>
                        <a:rPr b="1" lang="es-CL" sz="1000"/>
                        <a:t>capaz</a:t>
                      </a:r>
                      <a:r>
                        <a:rPr b="1" lang="es-CL" sz="1000"/>
                        <a:t> de analizar </a:t>
                      </a:r>
                      <a:r>
                        <a:rPr b="1" lang="es-CL" sz="1000"/>
                        <a:t>imágenes</a:t>
                      </a:r>
                      <a:r>
                        <a:rPr b="1" lang="es-CL" sz="1000"/>
                        <a:t> y pasarlo a texto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Semana 10 - Semana 13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20/10/2025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7/11/2025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0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Implementación del OCR en el área de alimentos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implementara el OCR y se </a:t>
                      </a:r>
                      <a:r>
                        <a:rPr lang="es-CL" sz="1000"/>
                        <a:t>conectará</a:t>
                      </a:r>
                      <a:r>
                        <a:rPr lang="es-CL" sz="1000"/>
                        <a:t> a nuestra base de datos de </a:t>
                      </a:r>
                      <a:r>
                        <a:rPr lang="es-CL" sz="1000"/>
                        <a:t>alérgenos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10 - Semana 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20/10/2025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31/10/2025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1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Regular el OCR para que detecte los ingredientes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configuraran del OCR para </a:t>
                      </a:r>
                      <a:r>
                        <a:rPr lang="es-CL" sz="1000"/>
                        <a:t>que</a:t>
                      </a:r>
                      <a:r>
                        <a:rPr lang="es-CL" sz="1000"/>
                        <a:t> pueda detectar los ingredientes y </a:t>
                      </a:r>
                      <a:r>
                        <a:rPr lang="es-CL" sz="1000"/>
                        <a:t>analizar</a:t>
                      </a:r>
                      <a:r>
                        <a:rPr lang="es-CL" sz="1000"/>
                        <a:t> si es dañino para el usuario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11 - Semana 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3/11/2025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7/11/2025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2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Prueba del OCR con distintos alimentos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Pruebas del OCR con alimentos y </a:t>
                      </a:r>
                      <a:r>
                        <a:rPr lang="es-CL" sz="1000"/>
                        <a:t>analizar</a:t>
                      </a:r>
                      <a:r>
                        <a:rPr lang="es-CL" sz="1000"/>
                        <a:t> sus predicciones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12 - Semana 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7/11/2025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7/11/2025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3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Pruebas de seguridad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11/11/2025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4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Pruebas a la seguridad de la aplicación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Mediante Pruebas de </a:t>
                      </a:r>
                      <a:r>
                        <a:rPr lang="es-CL" sz="1000"/>
                        <a:t>estrés</a:t>
                      </a:r>
                      <a:r>
                        <a:rPr lang="es-CL" sz="1000"/>
                        <a:t> se </a:t>
                      </a:r>
                      <a:r>
                        <a:rPr lang="es-CL" sz="1000"/>
                        <a:t>verá</a:t>
                      </a:r>
                      <a:r>
                        <a:rPr lang="es-CL" sz="1000"/>
                        <a:t> la seguridad del sistema y que tan seguro 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10/11/2025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11/11/2025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5:4"/>
                      </a:ext>
                    </a:extLst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000"/>
                        <a:t>Revisión</a:t>
                      </a:r>
                      <a:r>
                        <a:rPr b="1" lang="es-CL" sz="1000"/>
                        <a:t> final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 revisan por una </a:t>
                      </a:r>
                      <a:r>
                        <a:rPr lang="es-CL" sz="1000"/>
                        <a:t>última</a:t>
                      </a:r>
                      <a:r>
                        <a:rPr lang="es-CL" sz="1000"/>
                        <a:t> </a:t>
                      </a:r>
                      <a:r>
                        <a:rPr lang="es-CL" sz="1000"/>
                        <a:t>vez</a:t>
                      </a:r>
                      <a:r>
                        <a:rPr lang="es-CL" sz="1000"/>
                        <a:t> todos los aspectos generales del sistema para ver si es que existe una complicación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12/11/2025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13/11/2025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70:6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178" name="Google Shape;17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9" name="Google Shape;17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4713" y="2630468"/>
            <a:ext cx="536257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7" name="Google Shape;187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825" y="2174436"/>
            <a:ext cx="5755612" cy="4474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“ALER”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0" y="10785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6" name="Google Shape;19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7" name="Google Shape;19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00" y="2246279"/>
            <a:ext cx="1598800" cy="15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3919" y="2246276"/>
            <a:ext cx="1481702" cy="1598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700" y="4210775"/>
            <a:ext cx="3590927" cy="200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5692" y="4210781"/>
            <a:ext cx="2000614" cy="2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5698" y="2045381"/>
            <a:ext cx="2000599" cy="200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7923" y="2078982"/>
            <a:ext cx="1814600" cy="18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638488" y="4224551"/>
            <a:ext cx="1913475" cy="19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ALER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4" name="Google Shape;2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2"/>
          <p:cNvSpPr txBox="1"/>
          <p:nvPr/>
        </p:nvSpPr>
        <p:spPr>
          <a:xfrm>
            <a:off x="133926" y="304428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3"/>
          <p:cNvSpPr txBox="1"/>
          <p:nvPr/>
        </p:nvSpPr>
        <p:spPr>
          <a:xfrm>
            <a:off x="1" y="30442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E292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6" name="Google Shape;226;g3a5b13c92ef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a5b13c92ef_0_36"/>
          <p:cNvSpPr txBox="1"/>
          <p:nvPr/>
        </p:nvSpPr>
        <p:spPr>
          <a:xfrm>
            <a:off x="1" y="30442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2" name="Google Shape;2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