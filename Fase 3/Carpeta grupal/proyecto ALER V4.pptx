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Bobby Jones" charset="1" panose="00000000000000000000"/>
      <p:regular r:id="rId15"/>
    </p:embeddedFont>
    <p:embeddedFont>
      <p:font typeface="Sniglet" charset="1" panose="04070505030100020000"/>
      <p:regular r:id="rId16"/>
    </p:embeddedFont>
    <p:embeddedFont>
      <p:font typeface="Open Sans Bold" charset="1" panose="020B080603050402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1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506344"/>
            <a:ext cx="16230600" cy="3086100"/>
            <a:chOff x="0" y="0"/>
            <a:chExt cx="4274726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812800"/>
            </a:xfrm>
            <a:custGeom>
              <a:avLst/>
              <a:gdLst/>
              <a:ahLst/>
              <a:cxnLst/>
              <a:rect r="r" b="b" t="t" l="l"/>
              <a:pathLst>
                <a:path h="812800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788473"/>
                  </a:lnTo>
                  <a:cubicBezTo>
                    <a:pt x="4274726" y="801909"/>
                    <a:pt x="4263834" y="812800"/>
                    <a:pt x="4250399" y="812800"/>
                  </a:cubicBezTo>
                  <a:lnTo>
                    <a:pt x="24327" y="812800"/>
                  </a:lnTo>
                  <a:cubicBezTo>
                    <a:pt x="10891" y="812800"/>
                    <a:pt x="0" y="801909"/>
                    <a:pt x="0" y="788473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440013" y="2721926"/>
            <a:ext cx="11407973" cy="2359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39"/>
              </a:lnSpc>
            </a:pPr>
            <a:r>
              <a:rPr lang="en-US" sz="13599">
                <a:solidFill>
                  <a:srgbClr val="000000"/>
                </a:solidFill>
                <a:latin typeface="Bobby Jones"/>
                <a:ea typeface="Bobby Jones"/>
                <a:cs typeface="Bobby Jones"/>
                <a:sym typeface="Bobby Jones"/>
              </a:rPr>
              <a:t>proyecto: aler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720778" y="5929950"/>
            <a:ext cx="10846445" cy="563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integrantes: Diego alvarado, Jorge Massri, Joaquin mendez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1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351243" y="3731344"/>
            <a:ext cx="7265109" cy="2824311"/>
          </a:xfrm>
          <a:custGeom>
            <a:avLst/>
            <a:gdLst/>
            <a:ahLst/>
            <a:cxnLst/>
            <a:rect r="r" b="b" t="t" l="l"/>
            <a:pathLst>
              <a:path h="2824311" w="7265109">
                <a:moveTo>
                  <a:pt x="0" y="0"/>
                </a:moveTo>
                <a:lnTo>
                  <a:pt x="7265109" y="0"/>
                </a:lnTo>
                <a:lnTo>
                  <a:pt x="7265109" y="2824312"/>
                </a:lnTo>
                <a:lnTo>
                  <a:pt x="0" y="28243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11492" y="2624972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9" y="0"/>
                </a:lnTo>
                <a:lnTo>
                  <a:pt x="6356959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19897"/>
            <a:ext cx="8322543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Que es ALER ?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1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13793" y="2516863"/>
            <a:ext cx="14860414" cy="7430207"/>
          </a:xfrm>
          <a:custGeom>
            <a:avLst/>
            <a:gdLst/>
            <a:ahLst/>
            <a:cxnLst/>
            <a:rect r="r" b="b" t="t" l="l"/>
            <a:pathLst>
              <a:path h="7430207" w="14860414">
                <a:moveTo>
                  <a:pt x="0" y="0"/>
                </a:moveTo>
                <a:lnTo>
                  <a:pt x="14860414" y="0"/>
                </a:lnTo>
                <a:lnTo>
                  <a:pt x="14860414" y="7430207"/>
                </a:lnTo>
                <a:lnTo>
                  <a:pt x="0" y="74302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13793" y="521703"/>
            <a:ext cx="14860414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  <a:spcBef>
                <a:spcPct val="0"/>
              </a:spcBef>
            </a:pPr>
            <a:r>
              <a:rPr lang="en-US" b="true" sz="9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Metodología del proyecto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1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57460" y="1726247"/>
            <a:ext cx="13687170" cy="8258994"/>
          </a:xfrm>
          <a:custGeom>
            <a:avLst/>
            <a:gdLst/>
            <a:ahLst/>
            <a:cxnLst/>
            <a:rect r="r" b="b" t="t" l="l"/>
            <a:pathLst>
              <a:path h="8258994" w="13687170">
                <a:moveTo>
                  <a:pt x="0" y="0"/>
                </a:moveTo>
                <a:lnTo>
                  <a:pt x="13687170" y="0"/>
                </a:lnTo>
                <a:lnTo>
                  <a:pt x="13687170" y="8258994"/>
                </a:lnTo>
                <a:lnTo>
                  <a:pt x="0" y="82589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824" r="0" b="-282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265497" y="159703"/>
            <a:ext cx="7431723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MATRIZ RACI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39238" y="4652327"/>
            <a:ext cx="952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1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09202" y="2012793"/>
            <a:ext cx="9944313" cy="7666770"/>
          </a:xfrm>
          <a:custGeom>
            <a:avLst/>
            <a:gdLst/>
            <a:ahLst/>
            <a:cxnLst/>
            <a:rect r="r" b="b" t="t" l="l"/>
            <a:pathLst>
              <a:path h="7666770" w="9944313">
                <a:moveTo>
                  <a:pt x="0" y="0"/>
                </a:moveTo>
                <a:lnTo>
                  <a:pt x="9944313" y="0"/>
                </a:lnTo>
                <a:lnTo>
                  <a:pt x="9944313" y="7666770"/>
                </a:lnTo>
                <a:lnTo>
                  <a:pt x="0" y="76667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26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0931" y="159703"/>
            <a:ext cx="17000855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Esquema de la base de datos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39238" y="4652327"/>
            <a:ext cx="952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1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0169" y="1414473"/>
            <a:ext cx="17141718" cy="8215107"/>
            <a:chOff x="0" y="0"/>
            <a:chExt cx="4514691" cy="21636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14691" cy="2163650"/>
            </a:xfrm>
            <a:custGeom>
              <a:avLst/>
              <a:gdLst/>
              <a:ahLst/>
              <a:cxnLst/>
              <a:rect r="r" b="b" t="t" l="l"/>
              <a:pathLst>
                <a:path h="2163650" w="4514691">
                  <a:moveTo>
                    <a:pt x="0" y="0"/>
                  </a:moveTo>
                  <a:lnTo>
                    <a:pt x="4514691" y="0"/>
                  </a:lnTo>
                  <a:lnTo>
                    <a:pt x="4514691" y="2163650"/>
                  </a:lnTo>
                  <a:lnTo>
                    <a:pt x="0" y="2163650"/>
                  </a:lnTo>
                  <a:close/>
                </a:path>
              </a:pathLst>
            </a:custGeom>
            <a:solidFill>
              <a:srgbClr val="C4AA8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14691" cy="2201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828985" y="1522056"/>
            <a:ext cx="2807192" cy="2807192"/>
          </a:xfrm>
          <a:custGeom>
            <a:avLst/>
            <a:gdLst/>
            <a:ahLst/>
            <a:cxnLst/>
            <a:rect r="r" b="b" t="t" l="l"/>
            <a:pathLst>
              <a:path h="2807192" w="2807192">
                <a:moveTo>
                  <a:pt x="0" y="0"/>
                </a:moveTo>
                <a:lnTo>
                  <a:pt x="2807192" y="0"/>
                </a:lnTo>
                <a:lnTo>
                  <a:pt x="2807192" y="2807192"/>
                </a:lnTo>
                <a:lnTo>
                  <a:pt x="0" y="28071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90169" y="1414473"/>
            <a:ext cx="3022357" cy="3022357"/>
          </a:xfrm>
          <a:custGeom>
            <a:avLst/>
            <a:gdLst/>
            <a:ahLst/>
            <a:cxnLst/>
            <a:rect r="r" b="b" t="t" l="l"/>
            <a:pathLst>
              <a:path h="3022357" w="3022357">
                <a:moveTo>
                  <a:pt x="0" y="0"/>
                </a:moveTo>
                <a:lnTo>
                  <a:pt x="3022358" y="0"/>
                </a:lnTo>
                <a:lnTo>
                  <a:pt x="3022358" y="3022358"/>
                </a:lnTo>
                <a:lnTo>
                  <a:pt x="0" y="30223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006465" y="1522056"/>
            <a:ext cx="6076041" cy="3387393"/>
          </a:xfrm>
          <a:custGeom>
            <a:avLst/>
            <a:gdLst/>
            <a:ahLst/>
            <a:cxnLst/>
            <a:rect r="r" b="b" t="t" l="l"/>
            <a:pathLst>
              <a:path h="3387393" w="6076041">
                <a:moveTo>
                  <a:pt x="0" y="0"/>
                </a:moveTo>
                <a:lnTo>
                  <a:pt x="6076041" y="0"/>
                </a:lnTo>
                <a:lnTo>
                  <a:pt x="6076041" y="3387393"/>
                </a:lnTo>
                <a:lnTo>
                  <a:pt x="0" y="33873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49900" y="5143500"/>
            <a:ext cx="2462626" cy="2658706"/>
          </a:xfrm>
          <a:custGeom>
            <a:avLst/>
            <a:gdLst/>
            <a:ahLst/>
            <a:cxnLst/>
            <a:rect r="r" b="b" t="t" l="l"/>
            <a:pathLst>
              <a:path h="2658706" w="2462626">
                <a:moveTo>
                  <a:pt x="0" y="0"/>
                </a:moveTo>
                <a:lnTo>
                  <a:pt x="2462627" y="0"/>
                </a:lnTo>
                <a:lnTo>
                  <a:pt x="2462627" y="2658706"/>
                </a:lnTo>
                <a:lnTo>
                  <a:pt x="0" y="26587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828985" y="5143500"/>
            <a:ext cx="2893794" cy="2893794"/>
          </a:xfrm>
          <a:custGeom>
            <a:avLst/>
            <a:gdLst/>
            <a:ahLst/>
            <a:cxnLst/>
            <a:rect r="r" b="b" t="t" l="l"/>
            <a:pathLst>
              <a:path h="2893794" w="2893794">
                <a:moveTo>
                  <a:pt x="0" y="0"/>
                </a:moveTo>
                <a:lnTo>
                  <a:pt x="2893794" y="0"/>
                </a:lnTo>
                <a:lnTo>
                  <a:pt x="2893794" y="2893794"/>
                </a:lnTo>
                <a:lnTo>
                  <a:pt x="0" y="28937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738916" y="5539423"/>
            <a:ext cx="2966383" cy="2966383"/>
          </a:xfrm>
          <a:custGeom>
            <a:avLst/>
            <a:gdLst/>
            <a:ahLst/>
            <a:cxnLst/>
            <a:rect r="r" b="b" t="t" l="l"/>
            <a:pathLst>
              <a:path h="2966383" w="2966383">
                <a:moveTo>
                  <a:pt x="0" y="0"/>
                </a:moveTo>
                <a:lnTo>
                  <a:pt x="2966382" y="0"/>
                </a:lnTo>
                <a:lnTo>
                  <a:pt x="2966382" y="2966382"/>
                </a:lnTo>
                <a:lnTo>
                  <a:pt x="0" y="296638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656691" y="5157099"/>
            <a:ext cx="3194935" cy="3194935"/>
          </a:xfrm>
          <a:custGeom>
            <a:avLst/>
            <a:gdLst/>
            <a:ahLst/>
            <a:cxnLst/>
            <a:rect r="r" b="b" t="t" l="l"/>
            <a:pathLst>
              <a:path h="3194935" w="3194935">
                <a:moveTo>
                  <a:pt x="0" y="0"/>
                </a:moveTo>
                <a:lnTo>
                  <a:pt x="3194935" y="0"/>
                </a:lnTo>
                <a:lnTo>
                  <a:pt x="3194935" y="3194935"/>
                </a:lnTo>
                <a:lnTo>
                  <a:pt x="0" y="31949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58517" y="1969198"/>
            <a:ext cx="2493109" cy="2493109"/>
          </a:xfrm>
          <a:custGeom>
            <a:avLst/>
            <a:gdLst/>
            <a:ahLst/>
            <a:cxnLst/>
            <a:rect r="r" b="b" t="t" l="l"/>
            <a:pathLst>
              <a:path h="2493109" w="2493109">
                <a:moveTo>
                  <a:pt x="0" y="0"/>
                </a:moveTo>
                <a:lnTo>
                  <a:pt x="2493109" y="0"/>
                </a:lnTo>
                <a:lnTo>
                  <a:pt x="2493109" y="2493109"/>
                </a:lnTo>
                <a:lnTo>
                  <a:pt x="0" y="249310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139238" y="4652327"/>
            <a:ext cx="952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3070451" y="-293431"/>
            <a:ext cx="11781155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Programas a utilizar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1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74159" y="2086657"/>
            <a:ext cx="12173740" cy="7171643"/>
          </a:xfrm>
          <a:custGeom>
            <a:avLst/>
            <a:gdLst/>
            <a:ahLst/>
            <a:cxnLst/>
            <a:rect r="r" b="b" t="t" l="l"/>
            <a:pathLst>
              <a:path h="7171643" w="12173740">
                <a:moveTo>
                  <a:pt x="0" y="0"/>
                </a:moveTo>
                <a:lnTo>
                  <a:pt x="12173739" y="0"/>
                </a:lnTo>
                <a:lnTo>
                  <a:pt x="12173739" y="7171643"/>
                </a:lnTo>
                <a:lnTo>
                  <a:pt x="0" y="71716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845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79488" y="-293431"/>
            <a:ext cx="15763081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REQUISITOS FUNCIONALES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39238" y="4652327"/>
            <a:ext cx="952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1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45084" y="3141702"/>
            <a:ext cx="13031888" cy="4795442"/>
          </a:xfrm>
          <a:custGeom>
            <a:avLst/>
            <a:gdLst/>
            <a:ahLst/>
            <a:cxnLst/>
            <a:rect r="r" b="b" t="t" l="l"/>
            <a:pathLst>
              <a:path h="4795442" w="13031888">
                <a:moveTo>
                  <a:pt x="0" y="0"/>
                </a:moveTo>
                <a:lnTo>
                  <a:pt x="13031889" y="0"/>
                </a:lnTo>
                <a:lnTo>
                  <a:pt x="13031889" y="4795442"/>
                </a:lnTo>
                <a:lnTo>
                  <a:pt x="0" y="47954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-293431"/>
            <a:ext cx="17922057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REQUISITOS NO FUNCIONALES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39238" y="4652327"/>
            <a:ext cx="952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1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4350" y="2442168"/>
            <a:ext cx="17259300" cy="5402665"/>
          </a:xfrm>
          <a:custGeom>
            <a:avLst/>
            <a:gdLst/>
            <a:ahLst/>
            <a:cxnLst/>
            <a:rect r="r" b="b" t="t" l="l"/>
            <a:pathLst>
              <a:path h="5402665" w="17259300">
                <a:moveTo>
                  <a:pt x="0" y="0"/>
                </a:moveTo>
                <a:lnTo>
                  <a:pt x="17259300" y="0"/>
                </a:lnTo>
                <a:lnTo>
                  <a:pt x="17259300" y="5402664"/>
                </a:lnTo>
                <a:lnTo>
                  <a:pt x="0" y="54026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5" t="0" r="-285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545443" y="-293431"/>
            <a:ext cx="6831171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Carta Gantt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DAGwb_ihRt4</dc:identifier>
  <dcterms:modified xsi:type="dcterms:W3CDTF">2011-08-01T06:04:30Z</dcterms:modified>
  <cp:revision>1</cp:revision>
  <dc:title>proyecto: ALER V4</dc:title>
</cp:coreProperties>
</file>