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obby Jones" charset="1" panose="00000000000000000000"/>
      <p:regular r:id="rId15"/>
    </p:embeddedFont>
    <p:embeddedFont>
      <p:font typeface="Sniglet" charset="1" panose="04070505030100020000"/>
      <p:regular r:id="rId16"/>
    </p:embeddedFont>
    <p:embeddedFont>
      <p:font typeface="Open Sans Bold" charset="1" panose="020B0806030504020204"/>
      <p:regular r:id="rId17"/>
    </p:embeddedFont>
    <p:embeddedFont>
      <p:font typeface="Open Sans" charset="1" panose="020B06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6344"/>
            <a:ext cx="16230600" cy="3086100"/>
            <a:chOff x="0" y="0"/>
            <a:chExt cx="427472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812800"/>
            </a:xfrm>
            <a:custGeom>
              <a:avLst/>
              <a:gdLst/>
              <a:ahLst/>
              <a:cxnLst/>
              <a:rect r="r" b="b" t="t" l="l"/>
              <a:pathLst>
                <a:path h="81280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788473"/>
                  </a:lnTo>
                  <a:cubicBezTo>
                    <a:pt x="4274726" y="801909"/>
                    <a:pt x="4263834" y="812800"/>
                    <a:pt x="4250399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40013" y="2721926"/>
            <a:ext cx="11407973" cy="235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proyecto: aler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0778" y="5929950"/>
            <a:ext cx="10846445" cy="56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integrantes: Diego alvarado, Jorge Massri, Joaquin mendez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1243" y="3731344"/>
            <a:ext cx="7265109" cy="2824311"/>
          </a:xfrm>
          <a:custGeom>
            <a:avLst/>
            <a:gdLst/>
            <a:ahLst/>
            <a:cxnLst/>
            <a:rect r="r" b="b" t="t" l="l"/>
            <a:pathLst>
              <a:path h="2824311" w="7265109">
                <a:moveTo>
                  <a:pt x="0" y="0"/>
                </a:moveTo>
                <a:lnTo>
                  <a:pt x="7265109" y="0"/>
                </a:lnTo>
                <a:lnTo>
                  <a:pt x="7265109" y="2824312"/>
                </a:lnTo>
                <a:lnTo>
                  <a:pt x="0" y="2824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11492" y="262497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19897"/>
            <a:ext cx="832254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 es ALER ?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3793" y="2516863"/>
            <a:ext cx="14860414" cy="7430207"/>
          </a:xfrm>
          <a:custGeom>
            <a:avLst/>
            <a:gdLst/>
            <a:ahLst/>
            <a:cxnLst/>
            <a:rect r="r" b="b" t="t" l="l"/>
            <a:pathLst>
              <a:path h="7430207" w="14860414">
                <a:moveTo>
                  <a:pt x="0" y="0"/>
                </a:moveTo>
                <a:lnTo>
                  <a:pt x="14860414" y="0"/>
                </a:lnTo>
                <a:lnTo>
                  <a:pt x="14860414" y="7430207"/>
                </a:lnTo>
                <a:lnTo>
                  <a:pt x="0" y="743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3793" y="521703"/>
            <a:ext cx="148604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7460" y="1726247"/>
            <a:ext cx="13687170" cy="8258994"/>
          </a:xfrm>
          <a:custGeom>
            <a:avLst/>
            <a:gdLst/>
            <a:ahLst/>
            <a:cxnLst/>
            <a:rect r="r" b="b" t="t" l="l"/>
            <a:pathLst>
              <a:path h="8258994" w="13687170">
                <a:moveTo>
                  <a:pt x="0" y="0"/>
                </a:moveTo>
                <a:lnTo>
                  <a:pt x="13687170" y="0"/>
                </a:lnTo>
                <a:lnTo>
                  <a:pt x="13687170" y="8258994"/>
                </a:lnTo>
                <a:lnTo>
                  <a:pt x="0" y="8258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24" r="0" b="-28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5497" y="159703"/>
            <a:ext cx="74317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MATRIZ RACI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9202" y="2012793"/>
            <a:ext cx="9944313" cy="7666770"/>
          </a:xfrm>
          <a:custGeom>
            <a:avLst/>
            <a:gdLst/>
            <a:ahLst/>
            <a:cxnLst/>
            <a:rect r="r" b="b" t="t" l="l"/>
            <a:pathLst>
              <a:path h="7666770" w="9944313">
                <a:moveTo>
                  <a:pt x="0" y="0"/>
                </a:moveTo>
                <a:lnTo>
                  <a:pt x="9944313" y="0"/>
                </a:lnTo>
                <a:lnTo>
                  <a:pt x="9944313" y="7666770"/>
                </a:lnTo>
                <a:lnTo>
                  <a:pt x="0" y="766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0931" y="159703"/>
            <a:ext cx="170008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Esquema de la base de datos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169" y="1431869"/>
            <a:ext cx="17141718" cy="8215107"/>
            <a:chOff x="0" y="0"/>
            <a:chExt cx="4514691" cy="2163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4691" cy="2163650"/>
            </a:xfrm>
            <a:custGeom>
              <a:avLst/>
              <a:gdLst/>
              <a:ahLst/>
              <a:cxnLst/>
              <a:rect r="r" b="b" t="t" l="l"/>
              <a:pathLst>
                <a:path h="2163650" w="4514691">
                  <a:moveTo>
                    <a:pt x="0" y="0"/>
                  </a:moveTo>
                  <a:lnTo>
                    <a:pt x="4514691" y="0"/>
                  </a:lnTo>
                  <a:lnTo>
                    <a:pt x="4514691" y="2163650"/>
                  </a:lnTo>
                  <a:lnTo>
                    <a:pt x="0" y="2163650"/>
                  </a:lnTo>
                  <a:close/>
                </a:path>
              </a:pathLst>
            </a:custGeom>
            <a:solidFill>
              <a:srgbClr val="C4AA8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4691" cy="220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90169" y="1431869"/>
          <a:ext cx="17141718" cy="8215107"/>
        </p:xfrm>
        <a:graphic>
          <a:graphicData uri="http://schemas.openxmlformats.org/drawingml/2006/table">
            <a:tbl>
              <a:tblPr/>
              <a:tblGrid>
                <a:gridCol w="2308851"/>
                <a:gridCol w="4427898"/>
                <a:gridCol w="10404970"/>
              </a:tblGrid>
              <a:tr h="8899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NOMBRE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DESCRIPCION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9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Visual Studio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Herramienta de entorno de desarrollo de codigo que se usara para programar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8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Lenguaje de Programacion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Desarrollaremos la aplicacion con lenguaje de programacion como: HTML, CSS, JavaScript y usaremos como Framework Ionic para desarrollo de aplicaciones moviles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9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SQLite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Herramienta para la creacion y gestion de base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3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Respositorio donde se alojara 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67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Android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Android 6.0 y superiores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9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Google Colab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Jupyter Notebook que se usara para la implementacion del OCR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3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Documentación del cronograma y carta gantt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070451" y="-293431"/>
            <a:ext cx="1178115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Programas a utilizar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4159" y="2086657"/>
            <a:ext cx="12173740" cy="7171643"/>
          </a:xfrm>
          <a:custGeom>
            <a:avLst/>
            <a:gdLst/>
            <a:ahLst/>
            <a:cxnLst/>
            <a:rect r="r" b="b" t="t" l="l"/>
            <a:pathLst>
              <a:path h="7171643" w="12173740">
                <a:moveTo>
                  <a:pt x="0" y="0"/>
                </a:moveTo>
                <a:lnTo>
                  <a:pt x="12173739" y="0"/>
                </a:lnTo>
                <a:lnTo>
                  <a:pt x="12173739" y="7171643"/>
                </a:lnTo>
                <a:lnTo>
                  <a:pt x="0" y="7171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9488" y="-293431"/>
            <a:ext cx="157630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FUNCIONALES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5084" y="3141702"/>
            <a:ext cx="13031888" cy="4795442"/>
          </a:xfrm>
          <a:custGeom>
            <a:avLst/>
            <a:gdLst/>
            <a:ahLst/>
            <a:cxnLst/>
            <a:rect r="r" b="b" t="t" l="l"/>
            <a:pathLst>
              <a:path h="4795442" w="13031888">
                <a:moveTo>
                  <a:pt x="0" y="0"/>
                </a:moveTo>
                <a:lnTo>
                  <a:pt x="13031889" y="0"/>
                </a:lnTo>
                <a:lnTo>
                  <a:pt x="13031889" y="4795442"/>
                </a:lnTo>
                <a:lnTo>
                  <a:pt x="0" y="47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293431"/>
            <a:ext cx="1792205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NO FUNCIONALES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2442168"/>
            <a:ext cx="17259300" cy="5402665"/>
          </a:xfrm>
          <a:custGeom>
            <a:avLst/>
            <a:gdLst/>
            <a:ahLst/>
            <a:cxnLst/>
            <a:rect r="r" b="b" t="t" l="l"/>
            <a:pathLst>
              <a:path h="5402665" w="17259300">
                <a:moveTo>
                  <a:pt x="0" y="0"/>
                </a:moveTo>
                <a:lnTo>
                  <a:pt x="17259300" y="0"/>
                </a:lnTo>
                <a:lnTo>
                  <a:pt x="17259300" y="5402664"/>
                </a:lnTo>
                <a:lnTo>
                  <a:pt x="0" y="540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" t="0" r="-2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5443" y="-293431"/>
            <a:ext cx="683117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DAGwb_ihRt4</dc:identifier>
  <dcterms:modified xsi:type="dcterms:W3CDTF">2011-08-01T06:04:30Z</dcterms:modified>
  <cp:revision>1</cp:revision>
  <dc:title>proyecto: aler</dc:title>
</cp:coreProperties>
</file>